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E8BA8-4C45-4C5B-9A29-A4A8392005FD}" v="1" dt="2026-07-03T11:11:04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bhish balakrishnan" userId="03f75e71e0c79362" providerId="LiveId" clId="{FE236C42-6F59-49E6-AB1E-56BCB822B3B6}"/>
    <pc:docChg chg="modSld">
      <pc:chgData name="shobhish balakrishnan" userId="03f75e71e0c79362" providerId="LiveId" clId="{FE236C42-6F59-49E6-AB1E-56BCB822B3B6}" dt="2026-07-03T11:15:00.198" v="0" actId="1076"/>
      <pc:docMkLst>
        <pc:docMk/>
      </pc:docMkLst>
      <pc:sldChg chg="modSp mod">
        <pc:chgData name="shobhish balakrishnan" userId="03f75e71e0c79362" providerId="LiveId" clId="{FE236C42-6F59-49E6-AB1E-56BCB822B3B6}" dt="2026-07-03T11:15:00.198" v="0" actId="1076"/>
        <pc:sldMkLst>
          <pc:docMk/>
          <pc:sldMk cId="2753737785" sldId="259"/>
        </pc:sldMkLst>
        <pc:spChg chg="mod">
          <ac:chgData name="shobhish balakrishnan" userId="03f75e71e0c79362" providerId="LiveId" clId="{FE236C42-6F59-49E6-AB1E-56BCB822B3B6}" dt="2026-07-03T11:15:00.198" v="0" actId="1076"/>
          <ac:spMkLst>
            <pc:docMk/>
            <pc:sldMk cId="2753737785" sldId="259"/>
            <ac:spMk id="3" creationId="{125737B3-8EB7-EDC2-CFD7-EDFD5F8EB8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7300" b="1" dirty="0">
                <a:latin typeface="Calibri"/>
                <a:ea typeface="Calibri"/>
                <a:cs typeface="Calibri"/>
              </a:rPr>
              <a:t>Task 4: Dashboard Design</a:t>
            </a:r>
            <a:br>
              <a:rPr lang="en-GB" b="1" dirty="0">
                <a:latin typeface="Calibri"/>
                <a:ea typeface="Calibri"/>
                <a:cs typeface="Calibri"/>
              </a:rPr>
            </a:br>
            <a:r>
              <a:rPr lang="en-GB" b="1" dirty="0">
                <a:latin typeface="Calibri"/>
                <a:ea typeface="Calibri"/>
                <a:cs typeface="Calibri"/>
              </a:rPr>
              <a:t> </a:t>
            </a:r>
            <a:br>
              <a:rPr lang="en-GB" b="1" dirty="0">
                <a:latin typeface="Calibri"/>
                <a:ea typeface="Calibri"/>
                <a:cs typeface="Calibri"/>
              </a:rPr>
            </a:br>
            <a:r>
              <a:rPr lang="en-GB" b="1" dirty="0">
                <a:latin typeface="Calibri"/>
                <a:ea typeface="Calibri"/>
                <a:cs typeface="Calibri"/>
              </a:rP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5615" y="5093375"/>
            <a:ext cx="3410858" cy="11042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Elevate Labs Internship</a:t>
            </a:r>
          </a:p>
          <a:p>
            <a:r>
              <a:rPr lang="en-GB" dirty="0" err="1"/>
              <a:t>Shobhish</a:t>
            </a:r>
            <a:r>
              <a:rPr lang="en-GB" dirty="0"/>
              <a:t> Balakrishnan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26D8B-E65F-E900-48F5-14BBC1DA597D}"/>
              </a:ext>
            </a:extLst>
          </p:cNvPr>
          <p:cNvSpPr txBox="1"/>
          <p:nvPr/>
        </p:nvSpPr>
        <p:spPr>
          <a:xfrm>
            <a:off x="3213595" y="238165"/>
            <a:ext cx="53887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latin typeface="Calibri"/>
                <a:ea typeface="Calibri"/>
                <a:cs typeface="Calibri"/>
              </a:rPr>
              <a:t>Dashboard Overview</a:t>
            </a:r>
            <a:endParaRPr lang="en-US" sz="2800" b="1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E63D93-250B-348E-289F-BDAF8FF9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485" y="899884"/>
            <a:ext cx="8120745" cy="4564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226185-F826-7352-6618-8F3C15EE17E1}"/>
              </a:ext>
            </a:extLst>
          </p:cNvPr>
          <p:cNvSpPr txBox="1"/>
          <p:nvPr/>
        </p:nvSpPr>
        <p:spPr>
          <a:xfrm>
            <a:off x="2147454" y="5735781"/>
            <a:ext cx="58743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Built using Power BI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9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536BC-133A-0D3A-15E7-DDB08079BE62}"/>
              </a:ext>
            </a:extLst>
          </p:cNvPr>
          <p:cNvSpPr txBox="1"/>
          <p:nvPr/>
        </p:nvSpPr>
        <p:spPr>
          <a:xfrm>
            <a:off x="4436557" y="528666"/>
            <a:ext cx="54586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latin typeface="Calibri"/>
                <a:ea typeface="Calibri"/>
                <a:cs typeface="Calibri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54B26-C6ED-AECD-58D6-836AF751B2A8}"/>
              </a:ext>
            </a:extLst>
          </p:cNvPr>
          <p:cNvSpPr txBox="1"/>
          <p:nvPr/>
        </p:nvSpPr>
        <p:spPr>
          <a:xfrm>
            <a:off x="971417" y="1342914"/>
            <a:ext cx="8368145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Calibri"/>
                <a:ea typeface="Calibri"/>
                <a:cs typeface="Calibri"/>
              </a:rPr>
              <a:t>Performance</a:t>
            </a:r>
            <a:endParaRPr lang="en-US" sz="2000" b="1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Calibri"/>
                <a:ea typeface="Calibri"/>
                <a:cs typeface="Calibri"/>
              </a:rPr>
              <a:t>Total Sales: 2.25M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Calibri"/>
                <a:ea typeface="Calibri"/>
                <a:cs typeface="Calibri"/>
              </a:rPr>
              <a:t>Total Profit: 450K 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latin typeface="Calibri"/>
                <a:ea typeface="Calibri"/>
                <a:cs typeface="Calibri"/>
              </a:rPr>
              <a:t>Regional Insights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Calibri"/>
                <a:ea typeface="Calibri"/>
                <a:cs typeface="Calibri"/>
              </a:rPr>
              <a:t>West region recorded highest sales 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latin typeface="Calibri"/>
                <a:ea typeface="Calibri"/>
                <a:cs typeface="Calibri"/>
              </a:rPr>
              <a:t>Customer Insights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Calibri"/>
                <a:ea typeface="Calibri"/>
                <a:cs typeface="Calibri"/>
              </a:rPr>
              <a:t>Consumer segment contributed maximum revenue 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latin typeface="Calibri"/>
                <a:ea typeface="Calibri"/>
                <a:cs typeface="Calibri"/>
              </a:rPr>
              <a:t>Trend Analysis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Calibri"/>
                <a:ea typeface="Calibri"/>
                <a:cs typeface="Calibri"/>
              </a:rPr>
              <a:t>Sales showed consistent growth over time</a:t>
            </a:r>
          </a:p>
          <a:p>
            <a:pPr marL="285750" indent="-285750" algn="l">
              <a:buFont typeface="Arial"/>
              <a:buChar char="•"/>
            </a:pPr>
            <a:endParaRPr lang="en-GB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474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E14CB7-1F1B-FE1F-C943-C44872E75782}"/>
              </a:ext>
            </a:extLst>
          </p:cNvPr>
          <p:cNvSpPr txBox="1"/>
          <p:nvPr/>
        </p:nvSpPr>
        <p:spPr>
          <a:xfrm>
            <a:off x="2859110" y="584883"/>
            <a:ext cx="71606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latin typeface="Calibri"/>
                <a:ea typeface="Calibri"/>
                <a:cs typeface="Calibri"/>
              </a:rPr>
              <a:t>Business Recommendations and Conclusion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737B3-8EB7-EDC2-CFD7-EDFD5F8EB8AC}"/>
              </a:ext>
            </a:extLst>
          </p:cNvPr>
          <p:cNvSpPr txBox="1"/>
          <p:nvPr/>
        </p:nvSpPr>
        <p:spPr>
          <a:xfrm>
            <a:off x="656822" y="1558359"/>
            <a:ext cx="10200067" cy="37412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Focus on expanding sales in high-performing regions such as </a:t>
            </a:r>
            <a:r>
              <a:rPr lang="en-IN" sz="2000" b="1" dirty="0"/>
              <a:t>West</a:t>
            </a:r>
            <a:r>
              <a:rPr lang="en-IN" sz="2000" dirty="0"/>
              <a:t> to maximize revenue growth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Implement targeted strategies to improve performance in low-performing regions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Increase investment in top-performing product categories to drive higher profitability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Launch customer-focused promotional campaigns for high-value segments like </a:t>
            </a:r>
            <a:r>
              <a:rPr lang="en-IN" sz="2000" b="1" dirty="0"/>
              <a:t>Consumer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Monitor sales trends regularly to identify seasonal patterns and future opportunities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Use dashboard insights to support data-driven decision-making and business planning</a:t>
            </a:r>
            <a:endParaRPr lang="en-US" sz="2000" dirty="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73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122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Task 4: Dashboard Design   Sales Performance Dashboard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shobhish balakrishnan</cp:lastModifiedBy>
  <cp:revision>76</cp:revision>
  <dcterms:created xsi:type="dcterms:W3CDTF">2026-07-03T10:32:19Z</dcterms:created>
  <dcterms:modified xsi:type="dcterms:W3CDTF">2026-07-03T11:15:02Z</dcterms:modified>
</cp:coreProperties>
</file>